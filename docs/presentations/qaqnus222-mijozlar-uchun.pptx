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0"/>
            <a:ext cx="365760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188720"/>
            <a:ext cx="1280160" cy="12801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 BOSHQARUV TIZIMI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QaqNus222</a:t>
            </a:r>
            <a:endParaRPr lang="en-US" sz="840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Do'koningiz uchun to'liq raqamli yechim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566928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 bo'lim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566928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hisobot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566928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UZS valyuta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23960" y="566928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5577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Tizim nima qiladi?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biznesingizni boshidan oxirigacha boshqaradi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566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35661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bo'lim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16552" y="1371600"/>
            <a:ext cx="3566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16552" y="1371600"/>
            <a:ext cx="356616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16552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50+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4416552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93024" y="1371600"/>
            <a:ext cx="35661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371600"/>
            <a:ext cx="356616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1463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8193024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Nimani hal qiladi?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931920"/>
            <a:ext cx="548640" cy="5486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0020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va kassa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 kassa ekrani, chek chiqarish, qaytarish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356616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3931920"/>
            <a:ext cx="548640" cy="5486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3840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nazorati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4206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qoldiq, kirim/chiqim, o'tkazma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9834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5349240"/>
            <a:ext cx="548640" cy="5486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60020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Nasiya boshqaruv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600200" y="5623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qarzlari, to'lov muddati, eslatma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983480"/>
            <a:ext cx="53492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5349240"/>
            <a:ext cx="548640" cy="548640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17804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5623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Foyda, ABC tahlil, o'lik qoldiq, valyuta bo'yicha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 ta bo'lim — bir qarashda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bo'lim — alohida funksiya, ammo bir tizimda birlashgan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07792" y="1417320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07792" y="1417320"/>
            <a:ext cx="21945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44952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44952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21224" y="1417320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1224" y="1417320"/>
            <a:ext cx="21945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58384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Tovarlar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34656" y="1417320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34656" y="1417320"/>
            <a:ext cx="21945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71816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848088" y="1417320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48088" y="1417320"/>
            <a:ext cx="219456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85248" y="1600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85248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(kassa)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2496312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2496312"/>
            <a:ext cx="219456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Sotuvlar tarixi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07792" y="2496312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07792" y="2496312"/>
            <a:ext cx="219456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44952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044952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Xaridlar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221224" y="2496312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21224" y="2496312"/>
            <a:ext cx="219456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58384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Nasiyalar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534656" y="2496312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34656" y="2496312"/>
            <a:ext cx="21945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71816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71816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848088" y="2496312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848088" y="2496312"/>
            <a:ext cx="21945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85248" y="26791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985248" y="295351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94360" y="3575304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94360" y="3575304"/>
            <a:ext cx="21945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1520" y="4032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Agentlar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907792" y="3575304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907792" y="3575304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44952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044952" y="4032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Taminotchilar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221224" y="3575304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5221224" y="3575304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58384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358384" y="4032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Sheriklar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534656" y="3575304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534656" y="3575304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71816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671816" y="4032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Sherikdan olish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9848088" y="3575304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9848088" y="3575304"/>
            <a:ext cx="21945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5248" y="37581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9985248" y="4032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94360" y="4654296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594360" y="4654296"/>
            <a:ext cx="219456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31520" y="5111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907792" y="4654296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2907792" y="4654296"/>
            <a:ext cx="21945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44952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044952" y="5111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Xabarlar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221224" y="4654296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5221224" y="4654296"/>
            <a:ext cx="219456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58384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5358384" y="5111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7534656" y="4654296"/>
            <a:ext cx="21945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7534656" y="4654296"/>
            <a:ext cx="219456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71816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7671816" y="51114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</a:t>
            </a:r>
            <a:endParaRPr lang="en-US" sz="1300" dirty="0"/>
          </a:p>
        </p:txBody>
      </p:sp>
      <p:sp>
        <p:nvSpPr>
          <p:cNvPr id="84" name="Text 82"/>
          <p:cNvSpPr/>
          <p:nvPr/>
        </p:nvSpPr>
        <p:spPr>
          <a:xfrm>
            <a:off x="594360" y="5897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 qo'llanmasi: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194560" y="594360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42316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977640" y="5943600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20624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760720" y="5943600"/>
            <a:ext cx="182880" cy="1828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8932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543800" y="5943600"/>
            <a:ext cx="182880" cy="18288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77240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9326880" y="5943600"/>
            <a:ext cx="182880" cy="18288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555480" y="5897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Tizimga kirish va Bosh sahifa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Boshlanish va umumiy nazorat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Tizimga kirish (Login)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tizimga kiradi va o'z roliga (Admin, Kassir, Omborchi, Sotuvchi) qarab ko'rishi mumkin bo'lgan bo'limlar avtomatik ochiladi.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Email yoki telefon raqami bilan kirish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Parolni unutgan bo'lsa — tiklash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Bir foydalanuvchi har bir do'konga alohida kirishi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Xavfsiz seans (30 kun)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Avtomatik chiqish (xavfsizlik uchun)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Telegram orqali tasdiqlash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faqat ruxsat berilgan xodimlar tizimga kira oladi va har biri o'z ishini ko'radi. Boshqalarning ma'lumoti ko'rinmaydi.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73152" cy="4937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 sahifa (Dashboard)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Do'koningizning bugungi holati bir ekranda. Telefonni qo'lga olishingiz bilan — bugun nima bo'layotganini ko'rasiz.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Bugun nechta sotuv bo'lganini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Bugun qancha pul tushganini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Eng ko'p sotilgan tovarlarni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Qaysi mijoz qancha qarz ekanini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Ombor qoldig'i tugayotgan tovarlarni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Oyma-oy / haftalik diagramma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do'kon egasi ish joyida bo'lmay turib ham, do'konning real holatini telefondan ko'ra oladi.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Tovarlar va Ombor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Mahsulot katalogi va qoldiq nazorati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Tovarlar (Mahsulot katalogi)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Do'koningizdagi har bir mahsulotni alohida kartochka qilib saqlash.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tovar qo'shish (nomi, narxi, rasm)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Shtrix-kod (barcode) bilan ishlash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Tovarni kategoriyaga ajratish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Sotuv narxi va xarid narxini saqlash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Tovarni tahrirlash yoki o'chirish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Excel orqali yuzlab tovarni bir vaqtda yuklash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Tovarni qidirish (nomi yoki kod orqali)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Eski tovarni "arxivga" yuborish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bir marta tovarni kiritsangiz, butun tizim — sotuv, ombor, hisobot — shu ma'lumotdan foydalanadi.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73152" cy="4937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Ombor (Qoldiq nazorati)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tovardan nechta dona bor — real vaqtda ko'rinadi.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Joriy qoldiqni ko'rish (har tovar bo'yicha)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Kirim qilish — yangi tovar olib kelinganda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Chiqim qilish — sotilganda yoki yo'qotilganda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Bir do'kondan ikkinchisiga o'tkazma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Inventarizatsiya — fizik sanoq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Spisaniye (yo'qotish, buzilish)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Tugab qolayotgan tovarlar haqida ogohlantirish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Harakat tarixi (kim, qachon, nimani o'zgartirgan)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omborchi va kassir bir vaqtda ishlasa ham — qoldiq aniq. "Tovar bor" deb sotgan, keyin "yo'q ekan" demaslik uchun.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Sotuv va Tarix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Kassa ekrani — biznesning yuragi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(Kassa ekrani)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keldi → tovarni tanlang → pulni qabul qiling → chek bering. Hammasi 30 soniyada.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Shtrix-kod skanerlash bilan tovar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Qo'lda tovar tanlash (qidiruv yoki ro'yxatdan)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Bir nechta tovarni bitta chekga jamlash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Chegirma berish (foiz yoki summa)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To'lov: naqd, karta, aralash, nasiyaga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Mijozni tanlash (nasiya uchun)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Chek chiqarish (chop etish yoki SMS)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Bekor qilish (xato bo'lsa)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tezroq sotuv = ko'proq mijoz xizmati. Kassirni kompyuter eksperti bo'lishi shart emas.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73152" cy="49377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Sotuvlar tarixi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O'tgan barcha savdolar — 1 yil oldin ham, kecha ham — bir joyda saqlanadi.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Sana bo'yicha filtrlash (bugun, bu hafta, oy)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Kassir bo'yicha filtrlash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 bo'yicha filtrlash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Bitta chekni ochib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Qaytarish (vozvrat) — tovarni qaytarib olish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Chekni qayta chop etish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Excel orqali eksport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Sotuvni o'chirish (faqat egasi)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"kim qachon nimani sotgan" savoliga bir bosishda javob. Soliq, audit, mijoz nizolari uchun isbot.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Xaridlar — Ta'minotchidan tovar olish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USD va UZS ham qo'llab-quvvatlanadi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68580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Xaridlar boshqaruvi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65836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Ta'minotchidan tovar olganda — qachon, qancha pul, qarzga yoki naqd, dollardami yoki so'mda — hammasi yoziladi.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xarid kiritish (tovarlar ro'yxati bilan)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Valyutani tanlash: SO'M (UZS) yoki DOLLAR (USD)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Bir qismini to'lash, qolganini qarzga olish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Mavjud qarzga to'lov qabul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qarz yozish (tovarsiz, masalan pul qarz)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Ta'minotchini avtomatik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Filtrlash: ta'minotchi, valyuta, sana bo'yicha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Har bir xaridning batafsil tarkibini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Xarid o'chirish (xato bo'lsa)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chet eldan dollar bilan tovar olasizmi? Mahalliy ta'minotchidan so'mda? Endi ikkalasi ham aralashtirilmasdan saqlanadi.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0" y="1417320"/>
            <a:ext cx="4069080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680960" y="15544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187452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Ikki valyuta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680960" y="2377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va UZS — alohida hisob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09560" y="30175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31089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SO'M qarz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09560" y="338328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3 500 000 so'm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09560" y="40233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Mahalliy ta'minotchilar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452628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9560" y="4617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qarz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909560" y="48920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$ 250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909560" y="55321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Chet el ta'minotchilar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59436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Aralashtirilmaydi — har valyuta o'z hisobida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Nasiyalar — Mijoz qarzlari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qancha, qachon to'laydi — hammasi ko'rinib turadi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Nasiya boshqaruv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Mijozga tovar nasiyaga (qarzga) bersangiz — qancha pul qarzdor, qachon to'lashi kerak, hammasi shu yerda.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nasiya ochish (mijoz, summa, muddat)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Bo'lib-bo'lib to'lov qabul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To'liq to'lov qabul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Nasiya tarixini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Muddati o'tgan nasiyalarni ajratib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Mijozga SMS / Telegram eslatma yuborish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Nasiyalarni Excel'ga eksport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Nasiyani bekor qilish (kelishuv bilan)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mijoz "men to'laganman" desa — sistema "yo'q, qoldi" deb aniq isbotlaydi. Yo'qotilgan pul yo'q.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6002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Nasiya hayot tsikli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Nasiya ochish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40880" y="2560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tovar oladi, summa va muddat belgilanadi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47688" y="283464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00800" y="3246120"/>
            <a:ext cx="502920" cy="50292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Holat: AKTIV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40880" y="3520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kuzatadi, muddat keladi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47688" y="379476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0" y="42062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qabul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4480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Bo'lib-bo'lib yoki to'liq to'lov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47688" y="47548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00800" y="51663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4088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Holat: YOPILGAN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tugadi, mijoz haqi qolmadi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Mijozlar va Xodimlar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Sizning mijozingiz va sizning jamoangiz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73152" cy="4937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819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Mijozlar bazasi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mijozni alohida kartochka: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Ism, telefon, manzil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Sotuv tarixi (qachon, nimani olgan)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Joriy qarzi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Tug'ilgan kuni — bayram tabrigi uchun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Mijozlarni Excel'ga eksport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qaytib kelganda — kim ekanini bilib, eski savdo tarixini ko'rasiz.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1688" y="1417320"/>
            <a:ext cx="73152" cy="4937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15819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7488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Sotuvchilar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4568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ichidagi sotuvchi xodimlar: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sotuvchi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Har sotuvchining sotuv natijasi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Qaysi sotuvchi qancha sotgani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Bonus / foiz hisob-kitobi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Sotuvchini bloklash (ish to'xtatilganda)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eng yaxshi ishlayotganini raqamlar bilan ko'rasiz.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66176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6176" y="1417320"/>
            <a:ext cx="73152" cy="4937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9056" y="15819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51976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49056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Ko'chada yurib mijoz topadigan agentlar: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agent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 topgan mijozlar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 buyurtmalari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Komissiya hisob-kitobi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Agentning faollik darajasi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 ichida emas, tashqarida ishlovchilar uchun.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Hamkorlar tizimi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Ta'minotchi, sherik do'konlar — alohida boshqariladi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1732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5819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Taminotchilar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Sizga tovar yetkazib beruvchilar: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ta'minotchi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Aloqa: telefon, manzil, kontakt shaxs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Ta'minotchi qarzi (siz qancha qarzdor)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Xarid tarixi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Eng faol ta'minotchilar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Kimdan qancha tovar olganingizni va kimga qancha qarzdor ekanligingizni bir joyda ko'rasiz.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61688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61688" y="141732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44568" y="15819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47488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4568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Hamkor do'konlar (boshqa do'konlar):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Sherik do'kon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Sherikning ombor qoldig'ini ko'rish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O'tkazma tarixi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O'zaro hisob-kitob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Sherik qarzi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Masalan: 2 ta filialingiz bor — har birini sherik sifatida qo'shib, o'rtada tovar yuborish.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66176" y="1417320"/>
            <a:ext cx="3721608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66176" y="141732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49056" y="15819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9056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951976" y="155448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Sherikdan olish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49056" y="2057400"/>
            <a:ext cx="3447288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Sherik do'kondan tovar qabul qilish jarayoni: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qabul yozish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Tovarlar va miqdor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To'lov yoki qarz holati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Sherikga qarz hisob-kitobi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 avtomatik omborga kiradi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 1 → Filial 2 ga tovar berdi — bu yerda yoziladi.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Buyurtmalar va Xarajatlar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buyurtmasi va do'kon chiqimlari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Buyurtmalar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oldindan buyurtma bersa — bu yerda yoziladi va kuzatib boriladi.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buyurtma qabul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 va tovarlar ro'yxati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Buyurtma holati: KUTILMOQDA, TAYYOR, BERILGAN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Sotuvchi yoki agent kim qabul qilganini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Buyurtmani bekor qilish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Buyurtmadan sotuv yaratish (oson o'tish)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Yetkazib berish manzili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Misol: mijoz "ertaga 10 ta non kerak" desa — buyurtma yoziladi, ertaga chop etib beriladi. Yo'qolmaydi.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73152" cy="49377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Xarajatlar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Do'koningiz har oy nimaga pul sarflaydi — ijara, elektr, maosh, yoqilg'i va h.k.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xarajat yozish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Kategoriya: ijara, transport, maosh, soliq, kommunal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Sana va summa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Izoh va tegishli hujjat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Oylik xarajatlar tahlili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Kategoriya bo'yicha grafika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Xarajatni o'chirish yoki tahrirlash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"Daromad katta, lekin pul yo'q" muammosini hal qiladi. Sof foyda = sotuvdan kelgan pul - xarajat.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Hisobotlar — biznesingizning oynasi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Raqamlar yolg'on gapirmaydi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1115568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1600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turdagi hisobotlar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237744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377440"/>
            <a:ext cx="23774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dinamikasi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Kun, hafta, oy bo'yicha sotuv grafigi. O'sish trendi ko'rinadi.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77640" y="237744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77640" y="2377440"/>
            <a:ext cx="237744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 tahlili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Daromad - xarajat = sof foyda. Davr bo'yicha taqqoslash.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583680" y="237744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377440"/>
            <a:ext cx="23774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tahlil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084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eng ko'p sotiladi, B — o'rtacha, C — kam. Qaysiga e'tibor berish kerak.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89720" y="237744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89720" y="2377440"/>
            <a:ext cx="237744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O'lik qoldiq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kun sotilmagan tovarlar. Qaytarish yoki chegirma.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371600" y="425196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251960"/>
            <a:ext cx="2377440" cy="5486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Nasiya aging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0876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qarzlari yoshi: 0-30 kun, 30-60, 60-90, 90+. Kechikkanlarga eslatma.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77640" y="425196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77640" y="4251960"/>
            <a:ext cx="2377440" cy="54864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Qaytarishlar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11480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Qaysi tovar ko'p qaytariladi. Sifat muammosi yoki noto'g'ri tavsif?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0" y="4251960"/>
            <a:ext cx="2377440" cy="1691640"/>
          </a:xfrm>
          <a:prstGeom prst="rect">
            <a:avLst/>
          </a:prstGeom>
          <a:solidFill>
            <a:srgbClr val="F8F9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4251960"/>
            <a:ext cx="23774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Ta'minotchi qarzi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4846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qaysi ta'minotchiga qancha qarzdorsiz. Valyuta bo'yicha.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Sozlamalar va Xabarlar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o'zingizga moslang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417320"/>
            <a:ext cx="73152" cy="4937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5819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Sozlamalar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o'z biznesingizga moslash va xodimlarni boshqarish.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xodim (foydalanuvchi) qo'shish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Rolni belgilash: Admin, Kassir, Omborchi, Sotuvchi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Har rolga huquq berish (kim nima ko'radi)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Do'kon ma'lumotlari (nomi, manzil, logotip)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Chek shabloni (chiqishda ko'rinadi)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Valyuta sozlamalari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Telegram bot ulash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Backup (zaxira nusxa)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Muhim: faqat egasi (admin) bu yerga kira oladi. Kassir bu yerni ko'rmaydi.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1417320"/>
            <a:ext cx="548640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417320"/>
            <a:ext cx="73152" cy="4937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5819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581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Xabarlar (Telegram bot)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5212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 avtomatik xabar yuboradi — siz pochta yoki Telegram'da olasiz.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nima qila oladi: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Telegram bot orqali xabar olish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Kunlik hisobot — har kuni 21:00 da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Qarz muddati keldi — eslatma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Tovar tugab qoldi — ogohlantirish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Katta sotuv bo'ldi — bildirishnoma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Mijoz tug'ilgan kuni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Yangi xodim qo'shildi — admin xabardor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Eski xabarlar tarixi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muhim: do'kondan tashqarida bo'lsangiz ham — muhim narsalardan xabardor. Telefonni qo'lga olib turishingiz kerak emas.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Case: Sotuv jarayoni (BPMN)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keldi → tovar oldi → ketdi. Sistema ichida nima sodir bo'ladi.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875520" y="384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QaqNus222 ERP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QaqNus222 — Biznes boshqaruv tizimi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640080" cy="5074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16200000">
            <a:off x="594360" y="1280160"/>
            <a:ext cx="640080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JARAYONI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34440" y="1280160"/>
            <a:ext cx="548640" cy="1691640"/>
          </a:xfrm>
          <a:prstGeom prst="rect">
            <a:avLst/>
          </a:prstGeom>
          <a:solidFill>
            <a:srgbClr val="E0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16200000">
            <a:off x="1234440" y="128016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783080" y="1280160"/>
            <a:ext cx="9921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2971800"/>
            <a:ext cx="548640" cy="1691640"/>
          </a:xfrm>
          <a:prstGeom prst="rect">
            <a:avLst/>
          </a:prstGeom>
          <a:solidFill>
            <a:srgbClr val="FFF3E0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 rot="16200000">
            <a:off x="1234440" y="297180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KASSIR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971800"/>
            <a:ext cx="9921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34440" y="4663440"/>
            <a:ext cx="548640" cy="1691640"/>
          </a:xfrm>
          <a:prstGeom prst="rect">
            <a:avLst/>
          </a:prstGeom>
          <a:solidFill>
            <a:srgbClr val="CADC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16200000">
            <a:off x="1234440" y="4663440"/>
            <a:ext cx="548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4663440"/>
            <a:ext cx="9921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1851660"/>
            <a:ext cx="548640" cy="54864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4460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keladi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176022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602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Tovarni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tanlaydi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45186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4518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Shtrix-kod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skanerlash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514350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51435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Tovar va qoldiq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qidirish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5143500"/>
            <a:ext cx="731520" cy="731520"/>
          </a:xfrm>
          <a:prstGeom prst="diamond">
            <a:avLst/>
          </a:prstGeom>
          <a:solidFill>
            <a:srgbClr val="FFF3E0"/>
          </a:solidFill>
          <a:ln w="25400">
            <a:solidFill>
              <a:srgbClr val="F57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51435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09360" y="59207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Qoldiq bor?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72400" y="345186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34518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Chekka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qo'shish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144000" y="345186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0" y="34518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qilish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15600" y="5143500"/>
            <a:ext cx="12801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15600" y="51435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 va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yangilash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881360" y="1851660"/>
            <a:ext cx="548640" cy="548640"/>
          </a:xfrm>
          <a:prstGeom prst="ellipse">
            <a:avLst/>
          </a:prstGeom>
          <a:solidFill>
            <a:srgbClr val="FFEBEE"/>
          </a:solidFill>
          <a:ln w="50800">
            <a:solidFill>
              <a:srgbClr val="D32F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0" y="24460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Mijoz ketadi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0" y="2125980"/>
            <a:ext cx="4572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840480" y="2491740"/>
            <a:ext cx="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480560" y="4000500"/>
            <a:ext cx="274320" cy="1325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035040" y="550926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15200" y="5326380"/>
            <a:ext cx="457200" cy="-1325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08660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052560" y="38176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0424160" y="4000500"/>
            <a:ext cx="91440" cy="1325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155680" y="5143500"/>
            <a:ext cx="0" cy="-2743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94360" y="6400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 qo'llanmasi: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0" y="6446520"/>
            <a:ext cx="182880" cy="18288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Boshlanish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749040" y="640080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05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2080" y="6400800"/>
            <a:ext cx="274320" cy="274320"/>
          </a:xfrm>
          <a:prstGeom prst="diamond">
            <a:avLst/>
          </a:prstGeom>
          <a:solidFill>
            <a:srgbClr val="FFF3E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Tanlov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83680" y="6446520"/>
            <a:ext cx="182880" cy="182880"/>
          </a:xfrm>
          <a:prstGeom prst="ellipse">
            <a:avLst/>
          </a:prstGeom>
          <a:solidFill>
            <a:srgbClr val="FFEBEE"/>
          </a:solidFill>
          <a:ln w="31750">
            <a:solidFill>
              <a:srgbClr val="D32F2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122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Nega QaqNus222?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asosiy foyda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Tezlik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Sotuv 30 soniyada. Hisobot bir bosishda. Vaqt — pul.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46304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Aniqlik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200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Kassir xato qila olmaydi. Sistema har raqamni tekshiradi.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6304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Do'koningiz holati telefoningizda. 24/7. Istalgan joydan.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46304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Boshqaruv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Xodimlar nima qilayotganini ko'rasiz. Yo'qotilgan pul yo'q.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5486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O'sish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 — qaerda yaxshi, qaerda yomon ekanini ko'rsatadi.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6217920"/>
            <a:ext cx="10881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so'rang — savollarga javob beramiz.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QaqNus222 ERP — Tizim taqdimoti</dc:title>
  <dc:subject>PptxGenJS Presentation</dc:subject>
  <dc:creator>QaqNus Team</dc:creator>
  <cp:lastModifiedBy>QaqNus Team</cp:lastModifiedBy>
  <cp:revision>1</cp:revision>
  <dcterms:created xsi:type="dcterms:W3CDTF">2026-04-26T07:27:04Z</dcterms:created>
  <dcterms:modified xsi:type="dcterms:W3CDTF">2026-04-26T07:27:04Z</dcterms:modified>
</cp:coreProperties>
</file>